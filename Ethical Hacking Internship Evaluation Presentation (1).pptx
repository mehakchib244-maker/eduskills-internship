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3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3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7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3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3.png"/><Relationship Id="rId5" Type="http://schemas.openxmlformats.org/officeDocument/2006/relationships/image" Target="../media/image8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1471612"/>
            <a:ext cx="11581447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800" i="0" u="none">
                <a:solidFill>
                  <a:srgbClr val="F8FAFC"/>
                </a:solidFill>
                <a:latin typeface="Outfit SemiBold"/>
              </a:rPr>
              <a:t>Internship Evaluation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2338387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38BDF8"/>
                </a:solidFill>
                <a:latin typeface="Outfit"/>
              </a:rPr>
              <a:t>Ethical Hacking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481387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 Medium"/>
              </a:rPr>
              <a:t>Candidate: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Mehak Chib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862387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 Medium"/>
              </a:rPr>
              <a:t>Roll No.: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2410030567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243387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 Medium"/>
              </a:rPr>
              <a:t>Institution: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IILM University, Greater Noida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624387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 Medium"/>
              </a:rPr>
              <a:t>Programme: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B.Tech CSE (Core)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005387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 Medium"/>
              </a:rPr>
              <a:t>Duration: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8 Weeks (Completed: 12 June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438275"/>
            <a:ext cx="5276850" cy="405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Candidate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2350" y="6400800"/>
            <a:ext cx="428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825" y="1438275"/>
            <a:ext cx="2381250" cy="2381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53225" y="1819275"/>
            <a:ext cx="44767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Name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Mehak Chib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2400300"/>
            <a:ext cx="44767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Roll No.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2410030567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2981325"/>
            <a:ext cx="44767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Institution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IILM University, Greater Noida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3562350"/>
            <a:ext cx="44767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Programme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B.Tech CSE (Core)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4143375"/>
            <a:ext cx="44767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Internship Domain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Ethical Hacking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350" y="2152650"/>
            <a:ext cx="838200" cy="952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3225" y="4724400"/>
            <a:ext cx="7905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Duration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8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4724400"/>
            <a:ext cx="152400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Certificate Issued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12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838325"/>
            <a:ext cx="527685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About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247775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"/>
              </a:rPr>
              <a:t>A structured journey from cybersecurity fundamentals to practical security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2350" y="6400800"/>
            <a:ext cx="428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1838325"/>
            <a:ext cx="4991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The Ethical Hacking internship focused on developing practical expertise in cybersecurity through structured theoretical foundations and practical testing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813595"/>
            <a:ext cx="4991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The curriculum introduced the core concepts of security, including human-related risks like social engineering, establishing the baseline for secure environments.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88866"/>
            <a:ext cx="4991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It progressed into the technical analysis of malware, covering the types, behaviors, and overall impact of malicious software on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764137"/>
            <a:ext cx="4991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The program explored the fundamentals of secure network communication, essential for identifying network-layer vulnerabilities.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5739407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Kali Linux was introduced as the primary environment to showcase security-testing tools and methodologies.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6440388"/>
            <a:ext cx="4991100" cy="417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The internship culminated in understanding web application vulnerability assessment and the basic principles of authorized penetration testing.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847850"/>
            <a:ext cx="5257800" cy="37909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857375"/>
            <a:ext cx="10477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32645"/>
            <a:ext cx="10477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07916"/>
            <a:ext cx="10477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83187"/>
            <a:ext cx="10477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758457"/>
            <a:ext cx="10477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459438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838325"/>
            <a:ext cx="3486150" cy="395644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1838325"/>
            <a:ext cx="3486150" cy="39564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1838325"/>
            <a:ext cx="3486150" cy="39564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247775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"/>
              </a:rPr>
              <a:t>Bridging cybersecurity theory with practical security awareness and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2350" y="6400800"/>
            <a:ext cx="428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133600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6300" y="2895600"/>
            <a:ext cx="30403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The Security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305175"/>
            <a:ext cx="2895600" cy="21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Modern systems, networks, and web applications operate in an increasingly hostile digital environment. They require continuous security assessment to protect sensitive data against evolving threats and targeted attacks.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133600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895600"/>
            <a:ext cx="30403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The Learning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305175"/>
            <a:ext cx="2895600" cy="21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Academic study provides the theoretical foundation of cryptography and security policies. However, a gap exists between understanding concepts and applying actual security-testing methodologies in practical environments.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133600"/>
            <a:ext cx="571500" cy="571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20100" y="2895600"/>
            <a:ext cx="30403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The Internship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3305175"/>
            <a:ext cx="2895600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This program addressed the gap by introducing ethical hacking fundamentals, secure networking, Kali Linux environments, and practical concepts of vulnerability assessment and penetration testing.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266950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2266950"/>
            <a:ext cx="3810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5350" y="2266950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1875" y="6400800"/>
            <a:ext cx="419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105173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Understand Ethical Hacking: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Grasp the fundamentals of ethical hacking and its role in modern IT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806154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Core Security Concepts: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Learn core cybersecurity and information-security principles.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07134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CIA Triad: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Understand Confidentiality, Integrity, Availability, and common security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208115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Human Factors: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Study social engineering techniques and human-focused security vulnerabilities.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909095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Malware Analysis: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Understand different malware types, their underlying behavior, and system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2105173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Networking Fundamentals: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Develop foundational networking and secure-communication knowledge.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2806154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Testing Environments: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Become familiar with Kali Linux and the security-testing ecosystem.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3507134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Web Vulnerabilities: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Understand the processes behind web application vulnerability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4208115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Authorized Testing: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Learn the strict fundamentals and methodologies of authorized penetration 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4909095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Practical Application: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Apply the acquired theoretical concepts through a capstone project.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24223"/>
            <a:ext cx="10477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25204"/>
            <a:ext cx="10477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26184"/>
            <a:ext cx="10477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27165"/>
            <a:ext cx="10477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928145"/>
            <a:ext cx="1047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24223"/>
            <a:ext cx="1047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825204"/>
            <a:ext cx="1047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526184"/>
            <a:ext cx="1047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227165"/>
            <a:ext cx="1047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928145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38275"/>
            <a:ext cx="3517850" cy="27640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00" y="1438275"/>
            <a:ext cx="3517850" cy="27640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1438275"/>
            <a:ext cx="3517999" cy="27640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440435"/>
            <a:ext cx="3517850" cy="27640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7000" y="4440435"/>
            <a:ext cx="3517850" cy="27640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975" y="4440435"/>
            <a:ext cx="3517999" cy="27640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Tech &amp; Security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2350" y="6400800"/>
            <a:ext cx="428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6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1685925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8675" y="2447925"/>
            <a:ext cx="317367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Kali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2857500"/>
            <a:ext cx="30225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Studied as the primary security-testing operating system and environment, containing essential assessment tools.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4650" y="1685925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84650" y="2447925"/>
            <a:ext cx="317367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Networking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650" y="2857500"/>
            <a:ext cx="3022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Covered IP, ports, protocols, and the fundamentals of secure communication models.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625" y="1685925"/>
            <a:ext cx="571500" cy="571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0625" y="2447925"/>
            <a:ext cx="317383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Web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2857500"/>
            <a:ext cx="302269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Introduced to basic web application vulnerability assessment and security testing methodologies.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4688085"/>
            <a:ext cx="571500" cy="571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8675" y="5450085"/>
            <a:ext cx="317367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Penetration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5859660"/>
            <a:ext cx="3022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Understood the lifecycle and strict rules of engagement for authorized testing methodologies.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650" y="4688085"/>
            <a:ext cx="571500" cy="571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84650" y="5450085"/>
            <a:ext cx="317367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Malware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4650" y="5859660"/>
            <a:ext cx="3022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Covered the understanding of malware categories, behavioral traits, and network impact.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0625" y="4688085"/>
            <a:ext cx="571500" cy="571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40625" y="5450085"/>
            <a:ext cx="317383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Social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0625" y="5859660"/>
            <a:ext cx="3022699" cy="998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Studied human-focused security risks and the manipulation techniques used to bypass technical controls.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075" y="1819275"/>
            <a:ext cx="266700" cy="3048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9900" y="1819275"/>
            <a:ext cx="381000" cy="3048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3975" y="1819275"/>
            <a:ext cx="304800" cy="3048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1075" y="4821435"/>
            <a:ext cx="266700" cy="3048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18000" y="4821435"/>
            <a:ext cx="304800" cy="3048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5875" y="4821435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Security Testing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5781675"/>
            <a:ext cx="11029950" cy="476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1525" y="5924550"/>
            <a:ext cx="10648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0B981"/>
                </a:solidFill>
                <a:latin typeface="Inter Medium"/>
              </a:rPr>
              <a:t>Crucial Note: Penetration testing must ONLY be performed with explicit, written authorization from the system owner.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5781675"/>
            <a:ext cx="38100" cy="476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91875" y="6400800"/>
            <a:ext cx="419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868" y="207645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7" y="207645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106" y="207645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4057650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4057650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4987" y="5943600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4671" y="2628900"/>
            <a:ext cx="1257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Inter SemiBold"/>
              </a:rPr>
              <a:t>1. INFO GATHERING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571" y="2867025"/>
            <a:ext cx="1333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Collecting open-source intelligence and target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040" y="2628900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Inter SemiBold"/>
              </a:rPr>
              <a:t>2.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1690" y="2867025"/>
            <a:ext cx="1333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Scanning networks and mapping attack surfaces.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2996" y="2628900"/>
            <a:ext cx="1381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Inter SemiBold"/>
              </a:rPr>
              <a:t>3. VULNERABILITY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6809" y="2867025"/>
            <a:ext cx="1333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Identifying specific software or config weaknesses.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7665" y="2628900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Inter SemiBold"/>
              </a:rPr>
              <a:t>4.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1928" y="2867025"/>
            <a:ext cx="1333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Safely testing vulnerabilities to confirm existence.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3687" y="4610100"/>
            <a:ext cx="1171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Inter SemiBold"/>
              </a:rPr>
              <a:t>5. RISK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2725" y="4848225"/>
            <a:ext cx="1333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Evaluating the potential impact of validated flaws.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4037" y="4610100"/>
            <a:ext cx="9239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Inter SemiBold"/>
              </a:rPr>
              <a:t>6.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0" y="4848225"/>
            <a:ext cx="1333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Documenting findings and evidence securely.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8650" y="4686300"/>
            <a:ext cx="1047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Inter SemiBold"/>
              </a:rPr>
              <a:t>7. REMEDIATION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75" y="4924425"/>
            <a:ext cx="1333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Providing actionable mitigation strategies.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9021" y="2038350"/>
            <a:ext cx="22860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4140" y="2038350"/>
            <a:ext cx="2286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9259" y="2038350"/>
            <a:ext cx="22860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0090" y="2038350"/>
            <a:ext cx="257175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0887" y="4019550"/>
            <a:ext cx="257175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0275" y="4019550"/>
            <a:ext cx="1714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225" y="4095750"/>
            <a:ext cx="2286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9946" y="1819275"/>
            <a:ext cx="666750" cy="6667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35065" y="1819275"/>
            <a:ext cx="666750" cy="6667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90184" y="1819275"/>
            <a:ext cx="666750" cy="6667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5303" y="1819275"/>
            <a:ext cx="666750" cy="6667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86100" y="3800475"/>
            <a:ext cx="666750" cy="6667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62625" y="3800475"/>
            <a:ext cx="666750" cy="6667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150" y="3876675"/>
            <a:ext cx="6667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38275"/>
            <a:ext cx="2614612" cy="16799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1438275"/>
            <a:ext cx="2614612" cy="16799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438275"/>
            <a:ext cx="2614612" cy="16799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362" y="1438275"/>
            <a:ext cx="2614612" cy="16799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308746"/>
            <a:ext cx="2614612" cy="16799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137" y="3308746"/>
            <a:ext cx="2614612" cy="167997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3308746"/>
            <a:ext cx="2614612" cy="167997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6362" y="3308746"/>
            <a:ext cx="2614612" cy="167997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Methodology: 8-Week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2350" y="6400800"/>
            <a:ext cx="428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1638300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01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Ethical Hacking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2171700"/>
            <a:ext cx="2214562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Introduction to ethical hacking, foundational cybersecurity concepts and basic security-testing principles.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6162" y="1638300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02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Security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162" y="2171700"/>
            <a:ext cx="2214562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Exploration of the CIA Triad, authentication mechanisms, authorization, and common security risks.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1638300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03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Social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2171700"/>
            <a:ext cx="221456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Study of social engineering techniques and the critical role of human factors in cybersecurity.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6387" y="1638300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04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Malware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387" y="2171700"/>
            <a:ext cx="221456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Understanding malware types, behavior, impact mechanisms, and basic defensive strategies.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3508771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05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Network Essentials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4042171"/>
            <a:ext cx="2214562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Deep dive into networking fundamentals, protocols, and secure communication architecture concepts.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6162" y="3508771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06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Kali Linux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6162" y="4042171"/>
            <a:ext cx="2214562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Introduction to the Kali Linux operating system and familiarization with its security-testing tools.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3508771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07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Web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275" y="4042171"/>
            <a:ext cx="221456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Basic web application vulnerability assessment and introductory penetration-testing concepts.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6387" y="3508771"/>
            <a:ext cx="2325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Week 08 </a:t>
            </a:r>
            <a:r>
              <a:t>
</a:t>
            </a:r>
            <a:r>
              <a:rPr b="0" sz="1350" i="0" u="none">
                <a:solidFill>
                  <a:srgbClr val="38BDF8"/>
                </a:solidFill>
                <a:latin typeface="Outfit SemiBold"/>
              </a:rPr>
              <a:t> Capstone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387" y="4042171"/>
            <a:ext cx="2214562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Practical application of all learned cybersecurity concepts through the final internship capstone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507110"/>
            <a:ext cx="11029950" cy="10057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38275"/>
            <a:ext cx="5276850" cy="27830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438275"/>
            <a:ext cx="5276850" cy="27830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Web Application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2350" y="6400800"/>
            <a:ext cx="428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1762125"/>
            <a:ext cx="25003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Vulnerability Assessment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1762125"/>
            <a:ext cx="2381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10400" y="1762125"/>
            <a:ext cx="196024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Penetration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754760"/>
            <a:ext cx="522565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Outfit SemiBold"/>
              </a:rPr>
              <a:t>Vulnerability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5021460"/>
            <a:ext cx="4976812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Identifies potential weaknesses across the infrastructure.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5987" y="4890938"/>
            <a:ext cx="2000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37671" y="4754760"/>
            <a:ext cx="522565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10B981"/>
                </a:solidFill>
                <a:latin typeface="Outfit SemiBold"/>
              </a:rPr>
              <a:t>Penetration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512" y="5021460"/>
            <a:ext cx="4976812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Validates security weaknesses through controlled 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221932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Identifying potential weaknesses in the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50" y="264601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Understanding associated security risks.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307270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Assessing the severity of discovered vulnerabilities.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349939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Documenting findings for security reviews.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221932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Performing strictly authorized security testing.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5150" y="264601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Actively validating identified vulnerabilities.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307270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Understanding the potential business impact.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3499395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Reporting results and proposing remediation.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238375"/>
            <a:ext cx="1047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665065"/>
            <a:ext cx="10477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091755"/>
            <a:ext cx="10477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518445"/>
            <a:ext cx="10477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238375"/>
            <a:ext cx="10477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665065"/>
            <a:ext cx="10477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091755"/>
            <a:ext cx="104775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518445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38275"/>
            <a:ext cx="11029950" cy="560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74565"/>
            <a:ext cx="11029950" cy="5600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510855"/>
            <a:ext cx="11029950" cy="5600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547145"/>
            <a:ext cx="11029950" cy="5600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583435"/>
            <a:ext cx="11029950" cy="5600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619726"/>
            <a:ext cx="11029950" cy="5600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Technical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7465516"/>
            <a:ext cx="11029950" cy="381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275" y="7560766"/>
            <a:ext cx="108394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0B981"/>
                </a:solidFill>
                <a:latin typeface="Inter Medium"/>
              </a:rPr>
              <a:t>All security testing must be performed only in authorized environments.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7465516"/>
            <a:ext cx="38100" cy="381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400800"/>
            <a:ext cx="485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7579816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4875" y="1603920"/>
            <a:ext cx="15001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8BDF8"/>
                </a:solidFill>
                <a:latin typeface="Outfit SemiBold"/>
              </a:rP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3625" y="1581150"/>
            <a:ext cx="5124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Understand foundational cybersecurity concepts and theories.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2160240"/>
            <a:ext cx="1143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4875" y="2640210"/>
            <a:ext cx="15001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8BDF8"/>
                </a:solidFill>
                <a:latin typeface="Outfit SemiBold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3625" y="2617440"/>
            <a:ext cx="4867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Examine systems, networks, and web applications critically.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3196530"/>
            <a:ext cx="1143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4875" y="3676501"/>
            <a:ext cx="15001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8BDF8"/>
                </a:solidFill>
                <a:latin typeface="Outfit SemiBold"/>
              </a:rPr>
              <a:t>ASSESS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3625" y="3653730"/>
            <a:ext cx="5162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Identify potential vulnerabilities and security misconfigurations.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8850" y="4232820"/>
            <a:ext cx="1143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4875" y="4712791"/>
            <a:ext cx="15001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8BDF8"/>
                </a:solidFill>
                <a:latin typeface="Outfit SemiBold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3625" y="4690020"/>
            <a:ext cx="50768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Perform controlled and authorized security testing workflows.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8850" y="5269110"/>
            <a:ext cx="114300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4875" y="5749081"/>
            <a:ext cx="15001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8BDF8"/>
                </a:solidFill>
                <a:latin typeface="Outfit SemiBold"/>
              </a:rPr>
              <a:t>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3625" y="5726310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Record observations, findings, and technical evidence.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6305401"/>
            <a:ext cx="1143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4875" y="6785371"/>
            <a:ext cx="1500187" cy="7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8BDF8"/>
                </a:solidFill>
                <a:latin typeface="Outfit SemiBold"/>
              </a:rPr>
              <a:t>REMEDIATE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3625" y="6762601"/>
            <a:ext cx="5000625" cy="95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Understand mitigation strategies and security improvements.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38275"/>
            <a:ext cx="5276850" cy="520794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38275"/>
            <a:ext cx="5276850" cy="52079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Key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3775" y="6400800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1819275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Stronger understanding of ethical hacking principles.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2605980"/>
            <a:ext cx="42291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Improved overall cybersecurity awareness.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118395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Clear understanding of security risks and vulnerabilities.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3905101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Knowledge of social engineering and human security risks.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691806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Understanding of malware categories and system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5478512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Better networking and secure-communication fundamentals.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875" y="1819275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Familiarity with Kali Linux security-testing environment.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75" y="2605980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Deeper understanding of web application vulnerabilities.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875" y="3392685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Foundational knowledge of authorized penetration 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875" y="4179391"/>
            <a:ext cx="42291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Improved analytical and problem-solving approach.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875" y="4691806"/>
            <a:ext cx="4229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Better understanding of cybersecurity reporting and remediation.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1838325"/>
            <a:ext cx="10477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625030"/>
            <a:ext cx="1047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137445"/>
            <a:ext cx="1047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924151"/>
            <a:ext cx="1047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710856"/>
            <a:ext cx="1047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5497562"/>
            <a:ext cx="1047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1838325"/>
            <a:ext cx="1047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625030"/>
            <a:ext cx="10477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3411735"/>
            <a:ext cx="10477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4198441"/>
            <a:ext cx="10477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4710856"/>
            <a:ext cx="10477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1833562"/>
            <a:ext cx="15240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620267"/>
            <a:ext cx="152400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132683"/>
            <a:ext cx="152400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919388"/>
            <a:ext cx="152400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706094"/>
            <a:ext cx="152400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5492799"/>
            <a:ext cx="152400" cy="1809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1833562"/>
            <a:ext cx="152400" cy="1809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2620267"/>
            <a:ext cx="152400" cy="1809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3406973"/>
            <a:ext cx="152400" cy="1809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4193678"/>
            <a:ext cx="152400" cy="1809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4706094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38275"/>
            <a:ext cx="5372100" cy="27545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38275"/>
            <a:ext cx="5372100" cy="27545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478535"/>
            <a:ext cx="5372100" cy="27545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4478535"/>
            <a:ext cx="5372100" cy="27545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Skills Developed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5200" y="6400800"/>
            <a:ext cx="485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73355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5875" y="1733550"/>
            <a:ext cx="172021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CYBERSECURITY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1733550"/>
            <a:ext cx="33337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10400" y="1733550"/>
            <a:ext cx="149018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NETWORKING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773810"/>
            <a:ext cx="33337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2550" y="4773810"/>
            <a:ext cx="15701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WEB SECURITY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773810"/>
            <a:ext cx="2667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3725" y="4773810"/>
            <a:ext cx="166020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Outfit SemiBold"/>
              </a:rPr>
              <a:t>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50" y="219075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Ethical Hacking Fundamentals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261744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Security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304413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Vulnerability Identification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050" y="347082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Security Awareness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219075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Network Fundamentals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9900" y="261744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Protocols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304413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347082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Secure 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050" y="523101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Vulnerability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2050" y="5657701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Web Security Fundamentals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050" y="6084391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Penetration Testing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9900" y="5231010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Analytical Thinking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9900" y="5657701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Problem Solving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9900" y="6084391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Technical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9900" y="6511081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Security Mindset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2209800"/>
            <a:ext cx="104775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2636490"/>
            <a:ext cx="104775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063180"/>
            <a:ext cx="104775" cy="1809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489870"/>
            <a:ext cx="104775" cy="1809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2209800"/>
            <a:ext cx="104775" cy="1809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2636490"/>
            <a:ext cx="104775" cy="1809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3063180"/>
            <a:ext cx="104775" cy="1809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3489870"/>
            <a:ext cx="104775" cy="1809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5250060"/>
            <a:ext cx="104775" cy="1809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5676751"/>
            <a:ext cx="104775" cy="1809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6103441"/>
            <a:ext cx="104775" cy="1809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5250060"/>
            <a:ext cx="104775" cy="1809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5676751"/>
            <a:ext cx="104775" cy="1809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6103441"/>
            <a:ext cx="104775" cy="1809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6530131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38275"/>
            <a:ext cx="5276850" cy="5133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62137"/>
            <a:ext cx="52768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Certification &amp;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00800"/>
            <a:ext cx="485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1857375"/>
            <a:ext cx="474059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F8FAFC"/>
                </a:solidFill>
                <a:latin typeface="Outfit SemiBold"/>
              </a:rPr>
              <a:t>EduSkills Official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962025" y="2228850"/>
            <a:ext cx="45148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025" y="2714625"/>
            <a:ext cx="45148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Certificate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Internship Credential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486150"/>
            <a:ext cx="45148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Domain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Ethical Hacking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257675"/>
            <a:ext cx="45148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Duration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8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5029200"/>
            <a:ext cx="45148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Issued On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Inter Medium"/>
              </a:rPr>
              <a:t>12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5800725"/>
            <a:ext cx="45148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 SemiBold"/>
              </a:rPr>
              <a:t>Certificate ID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0B981"/>
                </a:solidFill>
                <a:latin typeface="Inter Medium"/>
              </a:rPr>
              <a:t>2026-00E1C03BA2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881187"/>
            <a:ext cx="5238750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75" y="2422177"/>
            <a:ext cx="3219450" cy="271834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248400"/>
            <a:ext cx="110299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778" y="983902"/>
            <a:ext cx="3550443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400" i="0" u="none">
                <a:solidFill>
                  <a:srgbClr val="38BDF8"/>
                </a:solidFill>
                <a:latin typeface="Outfit SemiBold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3850" y="5521523"/>
            <a:ext cx="392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Thank you for your time and consideration.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400800"/>
            <a:ext cx="2495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Ethical Hacking Internship | Mehak Chib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00800"/>
            <a:ext cx="485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5840" y="2812702"/>
            <a:ext cx="2560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F8FAFC"/>
                </a:solidFill>
                <a:latin typeface="Outfit SemiBold"/>
              </a:rPr>
              <a:t>Mehak Chib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0" y="3288952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"/>
              </a:rPr>
              <a:t>Ethical Hacking Intern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0" y="3736627"/>
            <a:ext cx="24384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B.Tech CSE (Core)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4058542"/>
            <a:ext cx="24384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IILM University, Greater Noida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4428083"/>
            <a:ext cx="24384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monospace"/>
              </a:rPr>
              <a:t>Roll No.: 2410030567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38BDF8"/>
                </a:solidFill>
                <a:latin typeface="Outfit SemiBold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1438275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2135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2135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587698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1581150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https://images.stockcake.com/public/3/d/e/3debd008-3908-40d6-8d4f-de9090a8bf02_large/digital-shields-glowing-stockcake.jpg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1826865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72469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2365920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https://t4.ftcdn.net/jpg/20/10/34/41/240_F_2010344124_HXRt9RDNWUFNbXBVMOy6utAGznkjSjAZ.webp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611635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www.foto4art.be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